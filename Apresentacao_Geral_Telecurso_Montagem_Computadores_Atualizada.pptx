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26679" y="548640"/>
            <a:ext cx="3886200" cy="3886200"/>
          </a:xfrm>
          <a:prstGeom prst="ellipse">
            <a:avLst/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75320" y="1097280"/>
            <a:ext cx="2788920" cy="2788920"/>
          </a:xfrm>
          <a:prstGeom prst="ellipse">
            <a:avLst/>
          </a:prstGeom>
          <a:solidFill>
            <a:srgbClr val="071426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160020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E7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70848" y="1938528"/>
            <a:ext cx="1188720" cy="502920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53344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7072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26496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50224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99648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23376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783080"/>
            <a:ext cx="32004" cy="1325880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1463040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87968" y="3310128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72016" y="1463040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2016" y="3310128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56064" y="1463040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56064" y="3310128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40112" y="1463040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40112" y="3310128"/>
            <a:ext cx="32004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85216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8368" y="1444752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EEAD4"/>
                </a:solidFill>
                <a:latin typeface="Aptos"/>
              </a:rPr>
              <a:t>TELECURSO  /  FORMAÇÃO TÉCNICA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1847088"/>
            <a:ext cx="685800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4F7FB"/>
                </a:solidFill>
                <a:latin typeface="Aptos Display"/>
              </a:rPr>
              <a:t>Montagem 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4F7FB"/>
                </a:solidFill>
                <a:latin typeface="Aptos Display"/>
              </a:rPr>
              <a:t>Manutenção 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4F7FB"/>
                </a:solidFill>
                <a:latin typeface="Aptos Display"/>
              </a:rPr>
              <a:t>Computadores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343400"/>
            <a:ext cx="6035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A9BCD1"/>
                </a:solidFill>
                <a:latin typeface="Aptos"/>
              </a:rPr>
              <a:t>Uma visão geral da sua jornada: dos componentes ao computador pronto para uso.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5330952"/>
            <a:ext cx="1261872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385816"/>
            <a:ext cx="111556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CONHECER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75688" y="533095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5385816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MONTAR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128" y="5330952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5385816"/>
            <a:ext cx="13624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76A9FF"/>
                </a:solidFill>
                <a:latin typeface="Aptos"/>
              </a:rPr>
              <a:t>CONFIGURAR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62453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A9BCD1"/>
                </a:solidFill>
                <a:latin typeface="Aptos"/>
              </a:rPr>
              <a:t>APRESENTAÇÃO DO CURSO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2453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A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O que você vai aprender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 proposta é entender o computador como um sistema: cada peça, conexão e configuração tem um papel.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3493008" cy="18288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67128"/>
            <a:ext cx="41148" cy="14264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01 · CONHECER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Identificar os 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90088"/>
            <a:ext cx="29260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Entender a função das peças e escolher itens compatíveis para a configuração.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493008" cy="18288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2167128"/>
            <a:ext cx="41148" cy="1426464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167128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02 · MONTAR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68880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Trabalhar com método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990088"/>
            <a:ext cx="29260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Preparar a bancada, cuidar dos componentes e montar o hardware com atenção.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965960"/>
            <a:ext cx="3493008" cy="18288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3" y="2167128"/>
            <a:ext cx="41148" cy="1426464"/>
          </a:xfrm>
          <a:prstGeom prst="rect">
            <a:avLst/>
          </a:prstGeom>
          <a:solidFill>
            <a:srgbClr val="76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167128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76A9FF"/>
                </a:solidFill>
                <a:latin typeface="Aptos"/>
              </a:rPr>
              <a:t>03 · CONFIGURAR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468880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Dar o primeiro 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990088"/>
            <a:ext cx="292607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Conferir o hardware, acessar a BIOS/UEFI e instalar o sistema operacional.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60520"/>
            <a:ext cx="10863072" cy="1234440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0740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B957"/>
                </a:solidFill>
                <a:latin typeface="Aptos Display"/>
              </a:rPr>
              <a:t>Ao final da trilha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370832"/>
            <a:ext cx="8001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DDE8F3"/>
                </a:solidFill>
                <a:latin typeface="Aptos"/>
              </a:rPr>
              <a:t>Você terá percorrido etapas de uma montagem completa, da escolha e instalação das peças à configuração inicial do computador.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1  /  MÓDULOS 00–03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Preparar a base antes de montar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 trilha começa com visão geral, reconhecimento do hardware, organização da bancada e proteção.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66944" cy="1444752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075688"/>
            <a:ext cx="41148" cy="1042416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4700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MÓDULO 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39"/>
            <a:ext cx="4700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Introdução à jornada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4700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Como estudar, seguir a sequência e aproveitar a formação.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874519"/>
            <a:ext cx="5413248" cy="1444752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3" y="2075688"/>
            <a:ext cx="41148" cy="104241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07568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MÓDULO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37743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Conhecendo as peças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898648"/>
            <a:ext cx="4846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Componentes do computador, suas funções e relações.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02736"/>
            <a:ext cx="5266944" cy="1444752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" y="3803904"/>
            <a:ext cx="41148" cy="1042416"/>
          </a:xfrm>
          <a:prstGeom prst="rect">
            <a:avLst/>
          </a:prstGeom>
          <a:solidFill>
            <a:srgbClr val="76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03904"/>
            <a:ext cx="4700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76A9FF"/>
                </a:solidFill>
                <a:latin typeface="Aptos"/>
              </a:rPr>
              <a:t>MÓDULO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4700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Ferramentas e insumos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26864"/>
            <a:ext cx="4700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Preparar os itens necessários para um trabalho organizado.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3602736"/>
            <a:ext cx="5413248" cy="1444752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3" y="3803904"/>
            <a:ext cx="41148" cy="10424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803904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4D399"/>
                </a:solidFill>
                <a:latin typeface="Aptos"/>
              </a:rPr>
              <a:t>MÓDULO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10565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Segurança e eletricidade estática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626864"/>
            <a:ext cx="4846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Reduzir riscos para o técnico e para os componentes.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22392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7B957"/>
                </a:solidFill>
                <a:latin typeface="Aptos"/>
              </a:rPr>
              <a:t>Princípio desta etapa: entender primeiro, manusear com cuidado e evitar improvisos.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2  /  MÓDULOS 04–05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Instalar processador e memória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Precisão no encaixe e atenção às orientações do fabricante são essenciais.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5266944" cy="256032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39696"/>
            <a:ext cx="41148" cy="2157984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700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MÓDULO 04 · CPU E GESTÃO TÉRMICA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41448"/>
            <a:ext cx="4700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4F7FB"/>
                </a:solidFill>
                <a:latin typeface="Aptos Display"/>
              </a:rPr>
              <a:t>Processador e pasta térmica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62656"/>
            <a:ext cx="4700016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Identificar o socket compatível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Posicionar o processador sem forçar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Aplicar pasta térmica corretamente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Fixar o sistema de refrigeração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938528"/>
            <a:ext cx="5413248" cy="256032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3" y="2139696"/>
            <a:ext cx="41148" cy="215798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3969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MÓDULO 05 · MEMÓRIA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41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4F7FB"/>
                </a:solidFill>
                <a:latin typeface="Aptos Display"/>
              </a:rPr>
              <a:t>Memória e canais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962656"/>
            <a:ext cx="4846320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Conferir tipo e compatibilidade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Usar os slots recomendados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Entender Dual Channel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Verificar o encaixe e as travas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919472"/>
            <a:ext cx="1755648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974336"/>
            <a:ext cx="16093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COMPATIBILIDADE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60904" y="4919472"/>
            <a:ext cx="1737360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4056" y="4974336"/>
            <a:ext cx="15910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ENCAIXE CORRETO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4919472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4974336"/>
            <a:ext cx="16824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76A9FF"/>
                </a:solidFill>
                <a:latin typeface="Aptos"/>
              </a:rPr>
              <a:t>SEM FORÇAR PEÇAS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3  /  MÓDULOS 06–07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Integrar a placa-mãe e distribuir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O gabinete vira a estrutura do sistema; a fonte e os cabos conectam e alimentam seus componentes.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5266944" cy="25146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39696"/>
            <a:ext cx="41148" cy="21122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700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MÓDULO 06 · INSTALAÇÃO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41448"/>
            <a:ext cx="4700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4F7FB"/>
                </a:solidFill>
                <a:latin typeface="Aptos Display"/>
              </a:rPr>
              <a:t>Placa-mãe no gabinete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62656"/>
            <a:ext cx="4700016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Conferir espaçadores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Instalar o espelho traseiro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Posicionar e parafusar a placa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Conferir conexões e folgas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938528"/>
            <a:ext cx="5413248" cy="25146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3" y="2139696"/>
            <a:ext cx="41148" cy="2112264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39696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MÓDULO 07 · ALIMENTAÇÃO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41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4F7FB"/>
                </a:solidFill>
                <a:latin typeface="Aptos Display"/>
              </a:rPr>
              <a:t>Fonte e cabeamento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962656"/>
            <a:ext cx="484632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Reconhecer os cabos de energia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Conectar placa-mãe e processador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Planejar o caminho dos cabos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A9BCD1"/>
                </a:solidFill>
                <a:latin typeface="Aptos"/>
              </a:rPr>
              <a:t>• Buscar organização e boa circulação de 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737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7B957"/>
                </a:solidFill>
                <a:latin typeface="Aptos"/>
              </a:rPr>
              <a:t>Dica técnica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6816" y="482803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DE8F3"/>
                </a:solidFill>
                <a:latin typeface="Aptos"/>
              </a:rPr>
              <a:t>Confira a posição e o conector antes de encaixar. Não force uma conexão que pareça incorreta.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4  /  MÓDULOS 08–10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Completar o hardware e cuidar da refrigeração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Depois da estrutura e da alimentação, instale armazenamento, vídeo e ventoinhas.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3493008" cy="239572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03120"/>
            <a:ext cx="41148" cy="1993392"/>
          </a:xfrm>
          <a:prstGeom prst="rect">
            <a:avLst/>
          </a:prstGeom>
          <a:solidFill>
            <a:srgbClr val="76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76A9FF"/>
                </a:solidFill>
                <a:latin typeface="Aptos"/>
              </a:rPr>
              <a:t>MÓDULO 08 · ARMAZENAMENTO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SSD, HD e M.2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292607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Conhecer unidades de armazenamento e instalar opções SATA e M.2/NVMe.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01952"/>
            <a:ext cx="3493008" cy="239572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2103120"/>
            <a:ext cx="41148" cy="199339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103120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MÓDULO 09 · GRÁFICOS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04872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Placa de vídeo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926080"/>
            <a:ext cx="292607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Identificar o slot PCI Express, encaixar a placa e conectar alimentação extra quando necessário.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901952"/>
            <a:ext cx="3493008" cy="239572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3" y="2103120"/>
            <a:ext cx="41148" cy="19933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103120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MÓDULO 10 · REFRIGERAÇÃO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404872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Fans e fluxo de 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926080"/>
            <a:ext cx="292607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Posicionar ventoinhas para favorecer a entrada e a saída de ar do gabinete.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10863072" cy="822960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818888"/>
            <a:ext cx="10287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Objetivo: deixar as peças firmes, conectadas e preparadas para a conferência de inicialização.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5  /  MÓDULO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Primeiro boot: conferir antes de avançar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 inicialização de testes ajuda a confirmar se o sistema reconhece os componentes.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2542032" cy="20574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0428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7B957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8892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4F7FB"/>
                </a:solidFill>
                <a:latin typeface="Aptos Display"/>
              </a:rPr>
              <a:t>Ligar e observar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383280"/>
            <a:ext cx="21214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Conferir sinais de inicialização e imagem.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8163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B95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084831"/>
            <a:ext cx="2542032" cy="20574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30428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5EEAD4"/>
                </a:solidFill>
                <a:latin typeface="Aptos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78892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4F7FB"/>
                </a:solidFill>
                <a:latin typeface="Aptos Display"/>
              </a:rPr>
              <a:t>Reconhecer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383280"/>
            <a:ext cx="21214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Verificar CPU, RAM e armazenamento.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8163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B95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84831"/>
            <a:ext cx="2542032" cy="20574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30428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7B957"/>
                </a:solidFill>
                <a:latin typeface="Aptos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4F7FB"/>
                </a:solidFill>
                <a:latin typeface="Aptos Display"/>
              </a:rPr>
              <a:t>Revisar BIOS/UEFI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383280"/>
            <a:ext cx="21214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Conferir opções e monitoramento básico.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8163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7B95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2084831"/>
            <a:ext cx="2542032" cy="20574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30428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5EEAD4"/>
                </a:solidFill>
                <a:latin typeface="Aptos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78892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4F7FB"/>
                </a:solidFill>
                <a:latin typeface="Aptos Display"/>
              </a:rPr>
              <a:t>Definir boot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83280"/>
            <a:ext cx="21214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Preparar a ordem de inicialização.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498848"/>
            <a:ext cx="10863072" cy="896112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73168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DE8F3"/>
                </a:solidFill>
                <a:latin typeface="Aptos"/>
              </a:rPr>
              <a:t>Se não houver imagem ou o hardware não for reconhecido, revise conexões e encaixes com calma.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6  /  MÓDULO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Instalar o Windows e preparar o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Com o computador montado e conferido, o curso avança para a instalação do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3493008" cy="242316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39696"/>
            <a:ext cx="41148" cy="2020824"/>
          </a:xfrm>
          <a:prstGeom prst="rect">
            <a:avLst/>
          </a:prstGeom>
          <a:solidFill>
            <a:srgbClr val="76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76A9FF"/>
                </a:solidFill>
                <a:latin typeface="Aptos"/>
              </a:rPr>
              <a:t>01 · PREPARAÇÃO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41448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Mídia de instalação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62656"/>
            <a:ext cx="2926079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Preparar um pendrive bootável e selecionar o dispositivo correto para iniciar.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38528"/>
            <a:ext cx="3493008" cy="242316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2139696"/>
            <a:ext cx="41148" cy="202082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139696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02 · INSTALAÇÃO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41448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Sistema e partições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962656"/>
            <a:ext cx="2926079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Acompanhar o instalador e escolher as opções de instalação com atenção.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938528"/>
            <a:ext cx="3493008" cy="242316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3" y="2139696"/>
            <a:ext cx="41148" cy="2020824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139696"/>
            <a:ext cx="2926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03 · PÓS-INSTALAÇÃO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441448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Configuração e 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962656"/>
            <a:ext cx="2926079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Finalizar a configuração inicial e instalar drivers necessários ao hardware.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8280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7B957"/>
                </a:solidFill>
                <a:latin typeface="Aptos"/>
              </a:rPr>
              <a:t>Resultado esperado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800600"/>
            <a:ext cx="8503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DE8F3"/>
                </a:solidFill>
                <a:latin typeface="Aptos"/>
              </a:rPr>
              <a:t>Uma máquina que inicializa e está pronta para receber as configurações e atualizações adequadas.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7  /  MÓDULO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Consolidar a prática com demonstrações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O laboratório em vídeo acompanha processos de montagem e instalação de software.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6446520" cy="333756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27832" y="2743200"/>
            <a:ext cx="1280160" cy="1280160"/>
          </a:xfrm>
          <a:prstGeom prst="ellipse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30723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071426"/>
                </a:solidFill>
                <a:latin typeface="Aptos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81728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EEAD4"/>
                </a:solidFill>
                <a:latin typeface="Aptos"/>
              </a:rPr>
              <a:t>APRENDER OBSERVANDO  ·  REVER  ·  PRATICAR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938528"/>
            <a:ext cx="4187952" cy="1444752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139696"/>
            <a:ext cx="41148" cy="104241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139696"/>
            <a:ext cx="3621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MÓDULO 13 · VÍDEOS TUTORIAIS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441448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Montagem completa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962656"/>
            <a:ext cx="362102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Acompanhe o passo a passo e observe a sequência das conexões.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3639312"/>
            <a:ext cx="4187952" cy="1444752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3840480"/>
            <a:ext cx="41148" cy="1042416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3840480"/>
            <a:ext cx="3621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PRÁTICA DE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142232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Formatação e instalação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663440"/>
            <a:ext cx="362102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Revise o processo de instalação do Windows e as etapas posteriores.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486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Pause, anote os detalhes e retome as aulas relacionadas quando precisar revisar uma etapa.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ETAPA 8  /  MÓDULO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Revisar a jornada e planejar os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 conclusão retoma conceitos importantes e prepara você para a avaliação final.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75688"/>
            <a:ext cx="4983480" cy="74980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313432"/>
            <a:ext cx="256032" cy="25603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8" y="2295144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Processador e chipset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75688"/>
            <a:ext cx="4983480" cy="74980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2313432"/>
            <a:ext cx="256032" cy="256032"/>
          </a:xfrm>
          <a:prstGeom prst="ellipse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295144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Memória e armazenamento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27248"/>
            <a:ext cx="4983480" cy="74980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364991"/>
            <a:ext cx="256032" cy="256032"/>
          </a:xfrm>
          <a:prstGeom prst="ellipse">
            <a:avLst/>
          </a:prstGeom>
          <a:solidFill>
            <a:srgbClr val="76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5608" y="3346704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Gestão térmica e fluxo de 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27248"/>
            <a:ext cx="4983480" cy="74980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3364991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3346704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BIOS/UEFI e instalação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34840"/>
            <a:ext cx="10378440" cy="822960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81728"/>
            <a:ext cx="9829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7B957"/>
                </a:solidFill>
                <a:latin typeface="Aptos"/>
              </a:rPr>
              <a:t>Revise a trilha e confira as orientações para seus próximos passos no mercado técnico.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ALÉM DAS AULAS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Recursos que acompanham a trilha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Use os recursos disponíveis no ambiente do curso para apoiar a prática e tirar dúvidas.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5266944" cy="1874519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67128"/>
            <a:ext cx="41148" cy="1472184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4700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AULA AO VIVO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00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Encontro com o instrutor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90088"/>
            <a:ext cx="4700016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Entre na sala pelo link publicado, consulte o horário e confira os recados.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965960"/>
            <a:ext cx="5413248" cy="1874519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3" y="2167128"/>
            <a:ext cx="41148" cy="147218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6712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5EEAD4"/>
                </a:solidFill>
                <a:latin typeface="Aptos"/>
              </a:rPr>
              <a:t>MATERIAIS DE AULA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68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Documentos por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990088"/>
            <a:ext cx="4846320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Acesse apostilas, slides e outros materiais compartilhados para acompanhar os encontros.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96512"/>
            <a:ext cx="5266944" cy="141732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" y="4297680"/>
            <a:ext cx="41148" cy="1014984"/>
          </a:xfrm>
          <a:prstGeom prst="rect">
            <a:avLst/>
          </a:prstGeom>
          <a:solidFill>
            <a:srgbClr val="76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4700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76A9FF"/>
                </a:solidFill>
                <a:latin typeface="Aptos"/>
              </a:rPr>
              <a:t>FERRAMENTAS TÉCNICAS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99432"/>
            <a:ext cx="4700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Apoio para bancada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47000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Explore utilitários e calculadoras disponíveis na área do curso.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4096512"/>
            <a:ext cx="5413248" cy="141732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3" y="4297680"/>
            <a:ext cx="41148" cy="101498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29768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34D399"/>
                </a:solidFill>
                <a:latin typeface="Aptos"/>
              </a:rPr>
              <a:t>SUPORTE E AVISOS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5994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Comunicação do curso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12064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Acompanhe comunicados e use os canais disponíveis quando precisar de ajuda.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VISÃO DE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Da bancada ao computador pronto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 montagem fica mais clara quando cada fase é conferida antes da próxima.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2487168" cy="192024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42032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E7B95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535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Planejar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456432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Peças, compatibilidade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e bancada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1256" y="3200400"/>
            <a:ext cx="219456" cy="32004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2331720"/>
            <a:ext cx="2487168" cy="192024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542032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EEAD4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9535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Montar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456432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CPU, RAM, placa,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energia e periféricos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2744" y="3200400"/>
            <a:ext cx="219456" cy="32004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2331720"/>
            <a:ext cx="2487168" cy="192024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542032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6A9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9535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Conferir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56432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Conexões, boot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e BIOS/UEFI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3200400"/>
            <a:ext cx="219456" cy="32004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42832" y="2331720"/>
            <a:ext cx="2487168" cy="192024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542032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535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4F7FB"/>
                </a:solidFill>
                <a:latin typeface="Aptos Display"/>
              </a:rPr>
              <a:t>Configurar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56432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Sistema, drivers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e testes iniciais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81728"/>
            <a:ext cx="10863072" cy="749808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91032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7B957"/>
                </a:solidFill>
                <a:latin typeface="Aptos"/>
              </a:rPr>
              <a:t>Método + segurança + conferência: três hábitos que acompanham todo o percurso.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Precisão é parte do trabalho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Uma montagem cuidadosa protege os componentes e facilita a identificação de problemas.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10652760" cy="65836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7B95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020824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Desenergize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29967"/>
            <a:ext cx="73609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Desligue e desconecte a alimentação antes de mexer nos componentes.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15768"/>
            <a:ext cx="10652760" cy="65836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9864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5EEAD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862072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Proteja contra ESD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871215"/>
            <a:ext cx="73609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Reduza o risco de descarga eletrostática ao manusear hardware.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57015"/>
            <a:ext cx="10652760" cy="65836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39896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76A9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703320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Confira 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3712463"/>
            <a:ext cx="73609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Verifique compatibilidade, orientação e encaixes antes de aplicar força.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398264"/>
            <a:ext cx="10652760" cy="658368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58114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544568"/>
            <a:ext cx="20116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Organize e teste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4553712"/>
            <a:ext cx="73609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A9BCD1"/>
                </a:solidFill>
                <a:latin typeface="Aptos"/>
              </a:rPr>
              <a:t>Arrume cabos e valide o sistema por etapas.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FECHAMENTO DA TRILHA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4F7FB"/>
                </a:solidFill>
                <a:latin typeface="Aptos Display"/>
              </a:rPr>
              <a:t>Revisar antes da avaliação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CD1"/>
                </a:solidFill>
                <a:latin typeface="Aptos"/>
              </a:rPr>
              <a:t>A avaliação retoma conteúdos trabalhados nos módulos. Volte às aulas para esclarecer dúvidas.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2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5806440" cy="34290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EEAD4"/>
                </a:solidFill>
                <a:latin typeface="Aptos"/>
              </a:rPr>
              <a:t>CHECKLIST DE REVISÃO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2697480"/>
            <a:ext cx="192024" cy="1920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" y="2703880"/>
            <a:ext cx="1463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71426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679192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DE8F3"/>
                </a:solidFill>
                <a:latin typeface="Aptos"/>
              </a:rPr>
              <a:t>Reconhecer os principais componentes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163824"/>
            <a:ext cx="192024" cy="1920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124" y="3170224"/>
            <a:ext cx="1463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7142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145536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DE8F3"/>
                </a:solidFill>
                <a:latin typeface="Aptos"/>
              </a:rPr>
              <a:t>Revisar compatibilidade e instalação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3630168"/>
            <a:ext cx="192024" cy="1920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" y="3636568"/>
            <a:ext cx="1463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7142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611880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DE8F3"/>
                </a:solidFill>
                <a:latin typeface="Aptos"/>
              </a:rPr>
              <a:t>Entender energia, armazenamento e refrigeração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" y="4096511"/>
            <a:ext cx="192024" cy="1920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" y="4102912"/>
            <a:ext cx="1463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71426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078224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DE8F3"/>
                </a:solidFill>
                <a:latin typeface="Aptos"/>
              </a:rPr>
              <a:t>Conferir o primeiro boot e a BIOS/UEFI</a:t>
            </a:r>
          </a:p>
        </p:txBody>
      </p:sp>
      <p:sp>
        <p:nvSpPr>
          <p:cNvPr id="23" name="Oval 22"/>
          <p:cNvSpPr/>
          <p:nvPr/>
        </p:nvSpPr>
        <p:spPr>
          <a:xfrm>
            <a:off x="969264" y="4562856"/>
            <a:ext cx="192024" cy="19202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" y="4569256"/>
            <a:ext cx="1463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71426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4544568"/>
            <a:ext cx="46177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DE8F3"/>
                </a:solidFill>
                <a:latin typeface="Aptos"/>
              </a:rPr>
              <a:t>Relembrar instalação do sistema e drivers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84848" y="1901952"/>
            <a:ext cx="4736592" cy="3429000"/>
          </a:xfrm>
          <a:prstGeom prst="roundRect">
            <a:avLst>
              <a:gd name="adj" fmla="val 8000"/>
            </a:avLst>
          </a:prstGeom>
          <a:solidFill>
            <a:srgbClr val="102640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2103120"/>
            <a:ext cx="41148" cy="3026664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103120"/>
            <a:ext cx="41696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E7B957"/>
                </a:solidFill>
                <a:latin typeface="Aptos"/>
              </a:rPr>
              <a:t>PRÓXIMO PASSO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404872"/>
            <a:ext cx="4169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4F7FB"/>
                </a:solidFill>
                <a:latin typeface="Aptos Display"/>
              </a:rPr>
              <a:t>Prova 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926080"/>
            <a:ext cx="4169663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9BCD1"/>
                </a:solidFill>
                <a:latin typeface="Aptos"/>
              </a:rPr>
              <a:t>Leia cada questão com atenção. Se precisar, retome o módulo correspondente e revise os conceitos antes de continuar.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EEAD4"/>
                </a:solidFill>
                <a:latin typeface="Aptos"/>
              </a:rPr>
              <a:t>SUA JORNADA TÉCNICA COMEÇA NA PRÓXIMA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4F7FB"/>
                </a:solidFill>
                <a:latin typeface="Aptos Display"/>
              </a:rPr>
              <a:t>Conheça as peças.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4F7FB"/>
                </a:solidFill>
                <a:latin typeface="Aptos Display"/>
              </a:rPr>
              <a:t>Monte com cuidado.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4F7FB"/>
                </a:solidFill>
                <a:latin typeface="Aptos Display"/>
              </a:rPr>
              <a:t>Teste com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496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A9BCD1"/>
                </a:solidFill>
                <a:latin typeface="Aptos"/>
              </a:rPr>
              <a:t>Use a sequência dos módulos, pratique com atenção e aproveite os materiais e encontros do curso.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534924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9584" y="5404103"/>
            <a:ext cx="10424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TEORIA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9744" y="5349240"/>
            <a:ext cx="1298448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5404103"/>
            <a:ext cx="115214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EEAD4"/>
                </a:solidFill>
                <a:latin typeface="Aptos"/>
              </a:rPr>
              <a:t>PRÁTICA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534924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0D2037"/>
          </a:solidFill>
          <a:ln w="12700">
            <a:solidFill>
              <a:srgbClr val="27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5404103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A9BCD1"/>
                </a:solidFill>
                <a:latin typeface="Aptos"/>
              </a:rPr>
              <a:t>TELECURSO  ·  MONTAGEM E MANUTENÇÃO DE COMPUTADORES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B95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Geral — Telecurso Montagem e Manutenção de Computadores</dc:title>
  <dc:subject>Visão geral dos módulos, habilidades e percurso de aprendizagem</dc:subject>
  <dc:creator>Telecurso</dc:creator>
  <cp:keywords>hardware, montagem de computadores, manutenção, curso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